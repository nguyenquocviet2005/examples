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Exploration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Beyond Earth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Milestones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Moon Landing (1969)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Space Shuttle Era (1981-2011)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International Space Station (1998-present)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Mars Rovers (2004-present)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Private Space Companies (2010-present)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Solar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286000" cy="1371600"/>
          </a:xfrm>
          <a:prstGeom prst="rect">
            <a:avLst/>
          </a:prstGeom>
          <a:solidFill>
            <a:srgbClr val="1A3A52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Mercury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Closest to Sun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286000" cy="1371600"/>
          </a:xfrm>
          <a:prstGeom prst="rect">
            <a:avLst/>
          </a:prstGeom>
          <a:solidFill>
            <a:srgbClr val="1A3A52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Hottest Planet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188720"/>
            <a:ext cx="2286000" cy="1371600"/>
          </a:xfrm>
          <a:prstGeom prst="rect">
            <a:avLst/>
          </a:prstGeom>
          <a:solidFill>
            <a:srgbClr val="1A3A52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Home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286000" cy="1371600"/>
          </a:xfrm>
          <a:prstGeom prst="rect">
            <a:avLst/>
          </a:prstGeom>
          <a:solidFill>
            <a:srgbClr val="1A3A52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Planet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2834640"/>
            <a:ext cx="2286000" cy="1371600"/>
          </a:xfrm>
          <a:prstGeom prst="rect">
            <a:avLst/>
          </a:prstGeom>
          <a:solidFill>
            <a:srgbClr val="1A3A52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Jupiter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Giant Planet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2834640"/>
            <a:ext cx="2286000" cy="1371600"/>
          </a:xfrm>
          <a:prstGeom prst="rect">
            <a:avLst/>
          </a:prstGeom>
          <a:solidFill>
            <a:srgbClr val="1A3A52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0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 System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1371600"/>
            <a:ext cx="5486400" cy="1828800"/>
          </a:xfrm>
          <a:prstGeom prst="rect">
            <a:avLst/>
          </a:prstGeom>
          <a:solidFill>
            <a:srgbClr val="2A1A4A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645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Frontier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011680" y="22860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missions to Mars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Lunar base establishment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space exploration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 Exploration</dc:title>
  <dc:subject>PptxGenJS Presentation</dc:subject>
  <dc:creator>Claude Code</dc:creator>
  <cp:lastModifiedBy>Claude Code</cp:lastModifiedBy>
  <cp:revision>1</cp:revision>
  <dcterms:created xsi:type="dcterms:W3CDTF">2025-10-20T07:04:10Z</dcterms:created>
  <dcterms:modified xsi:type="dcterms:W3CDTF">2025-10-20T07:04:10Z</dcterms:modified>
</cp:coreProperties>
</file>